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2459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built SentinelX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five-person team coordinating across the one-week build window.</a:t>
            </a:r>
            <a:endParaRPr lang="en-US" sz="130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EE6A09C-EB2E-572E-B822-8EB26849E76F}"/>
              </a:ext>
            </a:extLst>
          </p:cNvPr>
          <p:cNvGrpSpPr/>
          <p:nvPr/>
        </p:nvGrpSpPr>
        <p:grpSpPr>
          <a:xfrm>
            <a:off x="548640" y="4559825"/>
            <a:ext cx="11356848" cy="1529380"/>
            <a:chOff x="548640" y="3774140"/>
            <a:chExt cx="11356848" cy="1529380"/>
          </a:xfrm>
        </p:grpSpPr>
        <p:sp>
          <p:nvSpPr>
            <p:cNvPr id="5" name="Shape 3"/>
            <p:cNvSpPr/>
            <p:nvPr/>
          </p:nvSpPr>
          <p:spPr>
            <a:xfrm>
              <a:off x="548640" y="3774140"/>
              <a:ext cx="2139696" cy="1529380"/>
            </a:xfrm>
            <a:prstGeom prst="roundRect">
              <a:avLst>
                <a:gd name="adj" fmla="val 5128"/>
              </a:avLst>
            </a:prstGeom>
            <a:solidFill>
              <a:srgbClr val="EEEDFE"/>
            </a:solidFill>
            <a:ln/>
          </p:spPr>
        </p:sp>
        <p:sp>
          <p:nvSpPr>
            <p:cNvPr id="8" name="Text 5"/>
            <p:cNvSpPr/>
            <p:nvPr/>
          </p:nvSpPr>
          <p:spPr>
            <a:xfrm>
              <a:off x="1112430" y="4040009"/>
              <a:ext cx="1201450" cy="30174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5F5E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FREDRICK JOHN</a:t>
              </a:r>
              <a:endParaRPr lang="en-US" sz="14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1160391" y="4258077"/>
              <a:ext cx="1105528" cy="3017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450" b="1" dirty="0">
                  <a:solidFill>
                    <a:srgbClr val="2621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Team Lead</a:t>
              </a:r>
              <a:endParaRPr lang="en-US" sz="145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749808" y="4576124"/>
              <a:ext cx="1700784" cy="0"/>
            </a:xfrm>
            <a:prstGeom prst="line">
              <a:avLst/>
            </a:prstGeom>
            <a:noFill/>
            <a:ln w="9525">
              <a:solidFill>
                <a:srgbClr val="534AB7"/>
              </a:solidFill>
              <a:prstDash val="solid"/>
            </a:ln>
          </p:spPr>
        </p:sp>
        <p:sp>
          <p:nvSpPr>
            <p:cNvPr id="11" name="Text 8"/>
            <p:cNvSpPr/>
            <p:nvPr/>
          </p:nvSpPr>
          <p:spPr>
            <a:xfrm>
              <a:off x="786384" y="4742801"/>
              <a:ext cx="1682496" cy="3931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050" dirty="0">
                  <a:solidFill>
                    <a:srgbClr val="3C348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Architecture, responsible AI design, coordination</a:t>
              </a:r>
              <a:endParaRPr lang="en-US" sz="105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2852928" y="3774140"/>
              <a:ext cx="2139696" cy="1529380"/>
            </a:xfrm>
            <a:prstGeom prst="roundRect">
              <a:avLst>
                <a:gd name="adj" fmla="val 5128"/>
              </a:avLst>
            </a:prstGeom>
            <a:solidFill>
              <a:srgbClr val="E1F5EE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Text 11"/>
            <p:cNvSpPr/>
            <p:nvPr/>
          </p:nvSpPr>
          <p:spPr>
            <a:xfrm>
              <a:off x="3300087" y="3945266"/>
              <a:ext cx="1274244" cy="3261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5F5E5A"/>
                  </a:solidFill>
                  <a:latin typeface="Calibri" pitchFamily="34" charset="0"/>
                  <a:cs typeface="Calibri" pitchFamily="34" charset="-120"/>
                </a:rPr>
                <a:t>IORHEN TOMNA</a:t>
              </a:r>
              <a:endParaRPr lang="en-US" sz="1400" dirty="0"/>
            </a:p>
          </p:txBody>
        </p:sp>
        <p:sp>
          <p:nvSpPr>
            <p:cNvPr id="16" name="Text 12"/>
            <p:cNvSpPr/>
            <p:nvPr/>
          </p:nvSpPr>
          <p:spPr>
            <a:xfrm>
              <a:off x="3372881" y="4251960"/>
              <a:ext cx="1114134" cy="3017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450" b="1" dirty="0">
                  <a:solidFill>
                    <a:srgbClr val="0434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AI/ML Lead</a:t>
              </a:r>
              <a:endParaRPr lang="en-US" sz="1450" dirty="0"/>
            </a:p>
          </p:txBody>
        </p:sp>
        <p:sp>
          <p:nvSpPr>
            <p:cNvPr id="17" name="Shape 13"/>
            <p:cNvSpPr/>
            <p:nvPr/>
          </p:nvSpPr>
          <p:spPr>
            <a:xfrm>
              <a:off x="3082066" y="4611265"/>
              <a:ext cx="1700784" cy="0"/>
            </a:xfrm>
            <a:prstGeom prst="line">
              <a:avLst/>
            </a:prstGeom>
            <a:noFill/>
            <a:ln w="9525">
              <a:solidFill>
                <a:srgbClr val="0F6E56"/>
              </a:solidFill>
              <a:prstDash val="solid"/>
            </a:ln>
          </p:spPr>
        </p:sp>
        <p:sp>
          <p:nvSpPr>
            <p:cNvPr id="18" name="Text 14"/>
            <p:cNvSpPr/>
            <p:nvPr/>
          </p:nvSpPr>
          <p:spPr>
            <a:xfrm>
              <a:off x="3209544" y="4801051"/>
              <a:ext cx="1445828" cy="3931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050" dirty="0">
                  <a:solidFill>
                    <a:srgbClr val="0F6E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Bi-LSTM training pipeline, model architecture</a:t>
              </a:r>
              <a:endParaRPr lang="en-US" sz="1050" dirty="0"/>
            </a:p>
          </p:txBody>
        </p:sp>
        <p:sp>
          <p:nvSpPr>
            <p:cNvPr id="19" name="Shape 15"/>
            <p:cNvSpPr/>
            <p:nvPr/>
          </p:nvSpPr>
          <p:spPr>
            <a:xfrm>
              <a:off x="5157216" y="3774140"/>
              <a:ext cx="2139696" cy="1529380"/>
            </a:xfrm>
            <a:prstGeom prst="roundRect">
              <a:avLst>
                <a:gd name="adj" fmla="val 5128"/>
              </a:avLst>
            </a:prstGeom>
            <a:solidFill>
              <a:srgbClr val="E1F5EE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" name="Text 17"/>
            <p:cNvSpPr/>
            <p:nvPr/>
          </p:nvSpPr>
          <p:spPr>
            <a:xfrm>
              <a:off x="5404104" y="3931403"/>
              <a:ext cx="1673352" cy="36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rgbClr val="5F5E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ADEYANJU ADEBAYO</a:t>
              </a:r>
              <a:endParaRPr lang="en-US" sz="1400" dirty="0"/>
            </a:p>
          </p:txBody>
        </p:sp>
        <p:sp>
          <p:nvSpPr>
            <p:cNvPr id="23" name="Text 18"/>
            <p:cNvSpPr/>
            <p:nvPr/>
          </p:nvSpPr>
          <p:spPr>
            <a:xfrm>
              <a:off x="5441218" y="4204713"/>
              <a:ext cx="1346857" cy="3657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450" b="1" dirty="0">
                  <a:solidFill>
                    <a:srgbClr val="0434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Asst. AI/ML Lead</a:t>
              </a:r>
              <a:endParaRPr lang="en-US" sz="1450" dirty="0"/>
            </a:p>
          </p:txBody>
        </p:sp>
        <p:sp>
          <p:nvSpPr>
            <p:cNvPr id="24" name="Shape 19"/>
            <p:cNvSpPr/>
            <p:nvPr/>
          </p:nvSpPr>
          <p:spPr>
            <a:xfrm>
              <a:off x="5394960" y="4598177"/>
              <a:ext cx="1700784" cy="0"/>
            </a:xfrm>
            <a:prstGeom prst="line">
              <a:avLst/>
            </a:prstGeom>
            <a:noFill/>
            <a:ln w="9525">
              <a:solidFill>
                <a:srgbClr val="0F6E56"/>
              </a:solidFill>
              <a:prstDash val="solid"/>
            </a:ln>
          </p:spPr>
        </p:sp>
        <p:sp>
          <p:nvSpPr>
            <p:cNvPr id="25" name="Text 20"/>
            <p:cNvSpPr/>
            <p:nvPr/>
          </p:nvSpPr>
          <p:spPr>
            <a:xfrm>
              <a:off x="5394960" y="4801053"/>
              <a:ext cx="1682496" cy="393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050" dirty="0">
                  <a:solidFill>
                    <a:srgbClr val="0F6E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Gemini integration, evaluation, contextual NLP</a:t>
              </a:r>
              <a:endParaRPr lang="en-US" sz="1050" dirty="0"/>
            </a:p>
          </p:txBody>
        </p:sp>
        <p:sp>
          <p:nvSpPr>
            <p:cNvPr id="26" name="Shape 21"/>
            <p:cNvSpPr/>
            <p:nvPr/>
          </p:nvSpPr>
          <p:spPr>
            <a:xfrm>
              <a:off x="7461504" y="3774140"/>
              <a:ext cx="2139696" cy="1529379"/>
            </a:xfrm>
            <a:prstGeom prst="roundRect">
              <a:avLst>
                <a:gd name="adj" fmla="val 5128"/>
              </a:avLst>
            </a:prstGeom>
            <a:solidFill>
              <a:srgbClr val="EEEDFE"/>
            </a:solidFill>
            <a:ln/>
          </p:spPr>
        </p:sp>
        <p:sp>
          <p:nvSpPr>
            <p:cNvPr id="29" name="Text 23"/>
            <p:cNvSpPr/>
            <p:nvPr/>
          </p:nvSpPr>
          <p:spPr>
            <a:xfrm>
              <a:off x="7732417" y="3931761"/>
              <a:ext cx="168249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rgbClr val="5F5E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AHMAN SOLOMON </a:t>
              </a:r>
              <a:endParaRPr lang="en-US" sz="1400" dirty="0"/>
            </a:p>
          </p:txBody>
        </p:sp>
        <p:sp>
          <p:nvSpPr>
            <p:cNvPr id="30" name="Text 24"/>
            <p:cNvSpPr/>
            <p:nvPr/>
          </p:nvSpPr>
          <p:spPr>
            <a:xfrm>
              <a:off x="7732416" y="4204176"/>
              <a:ext cx="1579581" cy="3017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450" b="1" dirty="0">
                  <a:solidFill>
                    <a:srgbClr val="2621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Mobile Developer</a:t>
              </a:r>
              <a:endParaRPr lang="en-US" sz="1450" dirty="0"/>
            </a:p>
          </p:txBody>
        </p:sp>
        <p:sp>
          <p:nvSpPr>
            <p:cNvPr id="31" name="Shape 25"/>
            <p:cNvSpPr/>
            <p:nvPr/>
          </p:nvSpPr>
          <p:spPr>
            <a:xfrm>
              <a:off x="7732417" y="4576124"/>
              <a:ext cx="1700784" cy="0"/>
            </a:xfrm>
            <a:prstGeom prst="line">
              <a:avLst/>
            </a:prstGeom>
            <a:noFill/>
            <a:ln w="9525">
              <a:solidFill>
                <a:srgbClr val="534AB7"/>
              </a:solidFill>
              <a:prstDash val="solid"/>
            </a:ln>
          </p:spPr>
        </p:sp>
        <p:sp>
          <p:nvSpPr>
            <p:cNvPr id="32" name="Text 26"/>
            <p:cNvSpPr/>
            <p:nvPr/>
          </p:nvSpPr>
          <p:spPr>
            <a:xfrm>
              <a:off x="7732417" y="4742801"/>
              <a:ext cx="1579581" cy="3931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050" dirty="0">
                  <a:solidFill>
                    <a:srgbClr val="3C348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React Native (Expo) app — SOS, Safe Chat, Detect</a:t>
              </a:r>
              <a:endParaRPr lang="en-US" sz="1050" dirty="0"/>
            </a:p>
          </p:txBody>
        </p:sp>
        <p:sp>
          <p:nvSpPr>
            <p:cNvPr id="33" name="Shape 27"/>
            <p:cNvSpPr/>
            <p:nvPr/>
          </p:nvSpPr>
          <p:spPr>
            <a:xfrm>
              <a:off x="9765792" y="3774140"/>
              <a:ext cx="2139696" cy="1529379"/>
            </a:xfrm>
            <a:prstGeom prst="roundRect">
              <a:avLst>
                <a:gd name="adj" fmla="val 5128"/>
              </a:avLst>
            </a:prstGeom>
            <a:solidFill>
              <a:srgbClr val="EEEDFE"/>
            </a:solidFill>
            <a:ln/>
          </p:spPr>
        </p:sp>
        <p:sp>
          <p:nvSpPr>
            <p:cNvPr id="36" name="Text 29"/>
            <p:cNvSpPr/>
            <p:nvPr/>
          </p:nvSpPr>
          <p:spPr>
            <a:xfrm>
              <a:off x="10003536" y="3929072"/>
              <a:ext cx="168249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rgbClr val="5F5E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OGUNYEMI HABEEB </a:t>
              </a:r>
              <a:endParaRPr lang="en-US" sz="1400" dirty="0"/>
            </a:p>
          </p:txBody>
        </p:sp>
        <p:sp>
          <p:nvSpPr>
            <p:cNvPr id="37" name="Text 30"/>
            <p:cNvSpPr/>
            <p:nvPr/>
          </p:nvSpPr>
          <p:spPr>
            <a:xfrm>
              <a:off x="10028637" y="4204176"/>
              <a:ext cx="1648251" cy="3657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450" b="1" dirty="0">
                  <a:solidFill>
                    <a:srgbClr val="2621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UI/UX Designer</a:t>
              </a:r>
              <a:endParaRPr lang="en-US" sz="1450" dirty="0"/>
            </a:p>
          </p:txBody>
        </p:sp>
        <p:sp>
          <p:nvSpPr>
            <p:cNvPr id="38" name="Shape 31"/>
            <p:cNvSpPr/>
            <p:nvPr/>
          </p:nvSpPr>
          <p:spPr>
            <a:xfrm>
              <a:off x="10003536" y="4576124"/>
              <a:ext cx="1700784" cy="0"/>
            </a:xfrm>
            <a:prstGeom prst="line">
              <a:avLst/>
            </a:prstGeom>
            <a:noFill/>
            <a:ln w="9525">
              <a:solidFill>
                <a:srgbClr val="534AB7"/>
              </a:solidFill>
              <a:prstDash val="solid"/>
            </a:ln>
          </p:spPr>
        </p:sp>
        <p:sp>
          <p:nvSpPr>
            <p:cNvPr id="39" name="Text 32"/>
            <p:cNvSpPr/>
            <p:nvPr/>
          </p:nvSpPr>
          <p:spPr>
            <a:xfrm>
              <a:off x="10003536" y="4751765"/>
              <a:ext cx="1700784" cy="4595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050" dirty="0">
                  <a:solidFill>
                    <a:srgbClr val="3C348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NGO analyst dashboard, triage workflows, XAI views</a:t>
              </a:r>
              <a:endParaRPr lang="en-US" sz="1050" dirty="0"/>
            </a:p>
          </p:txBody>
        </p:sp>
      </p:grpSp>
      <p:sp>
        <p:nvSpPr>
          <p:cNvPr id="40" name="Text 33"/>
          <p:cNvSpPr/>
          <p:nvPr/>
        </p:nvSpPr>
        <p:spPr>
          <a:xfrm>
            <a:off x="548640" y="6355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9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USAII Global AI Hackathon 2026 · Graduate Track · Challenge Brief 5, Direction A</a:t>
            </a:r>
            <a:endParaRPr lang="en-US" sz="1050" dirty="0"/>
          </a:p>
        </p:txBody>
      </p:sp>
      <p:sp>
        <p:nvSpPr>
          <p:cNvPr id="41" name="Text 3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</a:t>
            </a:r>
            <a:endParaRPr lang="en-US" sz="10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ACF9715E-B26B-8E11-0F93-B56627F0A7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670" t="2092" r="18305" b="50283"/>
          <a:stretch>
            <a:fillRect/>
          </a:stretch>
        </p:blipFill>
        <p:spPr>
          <a:xfrm>
            <a:off x="620889" y="2104259"/>
            <a:ext cx="2091925" cy="2109891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A35A0C41-7610-5636-E4CA-F3C7EEC65E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183"/>
          <a:stretch>
            <a:fillRect/>
          </a:stretch>
        </p:blipFill>
        <p:spPr>
          <a:xfrm>
            <a:off x="2817701" y="2110092"/>
            <a:ext cx="1965149" cy="2109892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7AA72570-D0DF-422E-CF4B-2432CC43B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143" b="16269"/>
          <a:stretch>
            <a:fillRect/>
          </a:stretch>
        </p:blipFill>
        <p:spPr>
          <a:xfrm>
            <a:off x="4992624" y="2110092"/>
            <a:ext cx="2313432" cy="2134385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2E805A5E-1086-232C-4C39-F1D46F6E0CC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4784" b="24438"/>
          <a:stretch>
            <a:fillRect/>
          </a:stretch>
        </p:blipFill>
        <p:spPr>
          <a:xfrm>
            <a:off x="7614229" y="2110092"/>
            <a:ext cx="2313432" cy="2109892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31AAFF8A-5CD2-7ABC-CA65-1A7F9C8B9C1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9002" b="14800"/>
          <a:stretch>
            <a:fillRect/>
          </a:stretch>
        </p:blipFill>
        <p:spPr>
          <a:xfrm>
            <a:off x="10003536" y="2104260"/>
            <a:ext cx="2052672" cy="21343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103</Words>
  <Application>Microsoft Office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SentinelX — Team Slide</dc:title>
  <dc:subject>PptxGenJS Presentation</dc:subject>
  <dc:creator>SentinelX Team</dc:creator>
  <cp:lastModifiedBy>Fredrick John</cp:lastModifiedBy>
  <cp:revision>2</cp:revision>
  <dcterms:created xsi:type="dcterms:W3CDTF">2026-06-20T17:00:26Z</dcterms:created>
  <dcterms:modified xsi:type="dcterms:W3CDTF">2026-06-20T17:48:07Z</dcterms:modified>
</cp:coreProperties>
</file>